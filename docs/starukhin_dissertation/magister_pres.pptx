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6395799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9380961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78395805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423181241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7963273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2787384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9020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5453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13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9701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05266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51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805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70814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862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1873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98876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034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1956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3068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805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3079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044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409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9651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3135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514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5343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98422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289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8650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2075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887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3642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9798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48365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2815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98039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721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8450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5463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655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0534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82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7471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701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6126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537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191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80175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570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505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68352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22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051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4695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8707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5839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4678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5830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00006-DE8E-E061-C9AE-0E64162B086A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363823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86414785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882137897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40907191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4494194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95347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1605157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16662137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121448090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6192148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143013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77369185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4416683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70025162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9360461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9758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52410086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45827266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79700217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1706472091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4258533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71221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66560356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72822471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11348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7085397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44403918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985663556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18442414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23727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87727434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1757747789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9579350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10251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169586844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8500691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147749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69209786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74886731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2553581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27907996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2731229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928724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60443437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1561576975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2163311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210642921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538417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53715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18963915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209799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2264482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0908602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570800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4463492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716813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2719366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3531289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815540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65994660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53948577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9771917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2357951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39374905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7042010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7964485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2304514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4184449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15792173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453003051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1874301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246972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35025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872599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1224998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82351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491958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485828551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577361997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0308170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3837621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857824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29987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14316192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1326768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895942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0280947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33071334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1031080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328208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9683217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77193887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1228416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7247772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117283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155728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05616505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70896288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40581567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1435760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307372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5231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8127455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167243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12716968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9144136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8481296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6707638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5222090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62371981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46958950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22149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3985327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10916904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263744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677540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127938542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97774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24323301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8279333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6286348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41745905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27311654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1319452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091321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33472151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137061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6924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52905906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740483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529930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808540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516158612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7676905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8406108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4318928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7578706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84574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5658845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626330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942704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87864357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991270232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8042556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8455299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2661633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8270876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442464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143406267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507689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029064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210007252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061546496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93506152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3017953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374334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362409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17203411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3656054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12364831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531495366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060407419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367344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6240483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15879384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918470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41602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115703754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72963285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877749602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629433155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307348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43456685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929950136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9390030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3412522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6617957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87863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12461928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3605410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4772973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814588044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48255133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61578460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27493226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0445370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8909655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31558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62711299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37805135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0718820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2289423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148724578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4264705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3748233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26911965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477900973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2849925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4260401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113848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1474807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39603913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633120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8202037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194300476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97535357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5031898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29042417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874084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208838363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5921228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9287587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8433679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5443648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93504268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02955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2526315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7175249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5253869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581335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92001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7698340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436113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682525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7460883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109672296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4680583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11922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00034345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94704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40032314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61758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media2.svg"/><Relationship Id="rId6" Type="http://schemas.openxmlformats.org/officeDocument/2006/relationships/image" Target="../media/image9.png"/><Relationship Id="rId7" Type="http://schemas.openxmlformats.org/officeDocument/2006/relationships/image" Target="../media/media3.svg"/><Relationship Id="rId8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640291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17529796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21466560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8" cy="1400288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94531969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875720329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33718914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250831301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652760012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935763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7440840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9" y="-2118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127714472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279611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6035772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249877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13735328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77488781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479158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29279921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339132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70600754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434313078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86582149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63668194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8423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20620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/>
              <a:t>Работа является общим проектом по теме: разработка ядра упрощенного графического ускорителя;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ускорителя.</a:t>
            </a:r>
            <a:endParaRPr/>
          </a:p>
        </p:txBody>
      </p:sp>
      <p:sp>
        <p:nvSpPr>
          <p:cNvPr id="55535415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47078223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96182111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09347674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174723964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3328593" y="2135569"/>
            <a:ext cx="8156721" cy="3575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762033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59620513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22661618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02360217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138064070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86628306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26305047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590506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09028605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06492301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5950837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173745815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949809153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32370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192041303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276716197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375227130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9204466" y="1593351"/>
            <a:ext cx="282429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419657390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27609044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99473213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620540191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8265294" y="5237432"/>
            <a:ext cx="3763471" cy="1228079"/>
          </a:xfrm>
          <a:prstGeom prst="rect">
            <a:avLst/>
          </a:prstGeom>
        </p:spPr>
      </p:pic>
      <p:pic>
        <p:nvPicPr>
          <p:cNvPr id="203531627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1150155137" name=""/>
          <p:cNvCxnSpPr>
            <a:stCxn id="1276716197" idx="3"/>
            <a:endCxn id="1620540191" idx="1"/>
          </p:cNvCxnSpPr>
          <p:nvPr/>
        </p:nvCxnSpPr>
        <p:spPr bwMode="auto">
          <a:xfrm rot="0" flipH="0" flipV="0">
            <a:off x="7837801" y="5628176"/>
            <a:ext cx="427492" cy="2232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3161365" name=""/>
          <p:cNvCxnSpPr>
            <a:stCxn id="1276716197" idx="3"/>
            <a:endCxn id="1375227130" idx="2"/>
          </p:cNvCxnSpPr>
          <p:nvPr/>
        </p:nvCxnSpPr>
        <p:spPr bwMode="auto">
          <a:xfrm rot="0" flipH="0"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0365914" name=""/>
          <p:cNvCxnSpPr>
            <a:stCxn id="203531627" idx="3"/>
            <a:endCxn id="1375227130" idx="1"/>
          </p:cNvCxnSpPr>
          <p:nvPr/>
        </p:nvCxnSpPr>
        <p:spPr bwMode="auto">
          <a:xfrm rot="0" flipH="0"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810659" name=""/>
          <p:cNvCxnSpPr>
            <a:stCxn id="203531627" idx="3"/>
            <a:endCxn id="1620540191" idx="0"/>
          </p:cNvCxnSpPr>
          <p:nvPr/>
        </p:nvCxnSpPr>
        <p:spPr bwMode="auto">
          <a:xfrm rot="0" flipH="0" flipV="0">
            <a:off x="8651715" y="2920446"/>
            <a:ext cx="1495314" cy="231698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250404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67381056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069022113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14461096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64298097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213647715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03317" y="1473409"/>
            <a:ext cx="5766954" cy="5249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79538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22305131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447051687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91797941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96153121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83748434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39822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77106127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90051559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2595363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92403614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1321009105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5438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39638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1739276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10838613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07668671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86948501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82737143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052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113173790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878846792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4364692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7538965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9443989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996911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61126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77602519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456219130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72534065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694085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1452698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279506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15453336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654524633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64241861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5421412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86001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59139811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960061280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2881855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9801909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9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47927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68657809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89914587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95420108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39413330" name="Заголовок 1"/>
          <p:cNvSpPr>
            <a:spLocks noGrp="1"/>
          </p:cNvSpPr>
          <p:nvPr>
            <p:ph type="title"/>
          </p:nvPr>
        </p:nvSpPr>
        <p:spPr bwMode="auto">
          <a:xfrm>
            <a:off x="916446" y="17498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41533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31252980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8159157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7" cy="140028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35217064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7"/>
            <a:ext cx="6051235" cy="12418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693866138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889558957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708361508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500733134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37</cp:revision>
  <dcterms:created xsi:type="dcterms:W3CDTF">2026-06-01T16:03:18Z</dcterms:created>
  <dcterms:modified xsi:type="dcterms:W3CDTF">2026-06-05T11:30:55Z</dcterms:modified>
</cp:coreProperties>
</file>