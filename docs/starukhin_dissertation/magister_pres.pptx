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55648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69402897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1162990744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636096988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54838155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24635798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8946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0236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1108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7880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9940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0903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141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5947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52174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3607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0775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902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1956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3068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805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413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38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7051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200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42021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16889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479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217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7260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794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05771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934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9395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1839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765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9512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5179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08463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4495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6880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99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12227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2243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2100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315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649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0417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7109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94630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942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505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68352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22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20148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53406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683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513276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502158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486710633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178535737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4532049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292300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2883813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4990497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73087504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4010752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3375033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21462366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6359038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11852467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0585143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39398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3917599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50040139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161272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119589174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20583143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387688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23214330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7423755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3142693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0102797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22933352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1911867720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3521625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28567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6054557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1102307177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46138871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73003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1156930830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7189360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416679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15074586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79327672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287055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751907170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85547062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37716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8536471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165887440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758893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12574838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3466177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93032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2784177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5983246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56314427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0643482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215593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78095737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2130406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148963512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4797966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4536984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230666818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745942002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1851683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9248440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5606608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15675744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10235346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8161066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8529123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5638690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37819775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8344126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85078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6460942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951778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07294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50316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6255095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060677140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1805971104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6844395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3843123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0941314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20235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18586937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9343257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830468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0948891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11010607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66257460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80471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796028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6255057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9114335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211666821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8455539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8325894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37332872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78684034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74285690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32613914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92220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187663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7388303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5183631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0959842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2751199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7152484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9148157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490272192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66949020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7618086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12093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388927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73285590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0911761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66643990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00828022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93853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112397245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29363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291979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3647055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42707064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51589171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1160712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61318104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7219778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8138681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147327744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249713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8000199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66540290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1485999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988889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0352069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3205260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4407326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674163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6715133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869117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676028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898851785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78388376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7553660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539574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7222761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9214301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15459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11957897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2856711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0472521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2175955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145939725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8687795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3273275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583921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203964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4644921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0968481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7064429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94700004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236797030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54611857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89448490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40683606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0885388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36207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12600121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45032628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201607488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2032048272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1420804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31553418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85596640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61207370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5932104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1918662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769438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5125622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90121641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6581426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506470193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5086261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5443243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2604337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306384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7808302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3926983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3235923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36165459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51368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168842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73124172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1676249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446495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4965927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33330822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6657785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9390644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998117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8003652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741335974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0529336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0140798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67145840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02883352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32894312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122966859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751441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6194886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1277138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7357512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798724760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82871887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9209897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4353734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6515918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7695175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13211220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633283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976559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4213573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716738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6258411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41207233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135040519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2299715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62088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30294459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06591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15447323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923032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media2.svg"/><Relationship Id="rId6" Type="http://schemas.openxmlformats.org/officeDocument/2006/relationships/image" Target="../media/image9.png"/><Relationship Id="rId7" Type="http://schemas.openxmlformats.org/officeDocument/2006/relationships/image" Target="../media/media3.svg"/><Relationship Id="rId8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315123" name="Прямоугольник 3"/>
          <p:cNvSpPr/>
          <p:nvPr/>
        </p:nvSpPr>
        <p:spPr bwMode="auto">
          <a:xfrm>
            <a:off x="0" y="1381233"/>
            <a:ext cx="12192000" cy="1810533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77957635" name="Прямоугольник 4"/>
          <p:cNvSpPr/>
          <p:nvPr/>
        </p:nvSpPr>
        <p:spPr bwMode="auto">
          <a:xfrm>
            <a:off x="0" y="5021126"/>
            <a:ext cx="12192000" cy="1385894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47379119" name="Заголовок 1"/>
          <p:cNvSpPr>
            <a:spLocks noGrp="1"/>
          </p:cNvSpPr>
          <p:nvPr>
            <p:ph type="ctrTitle"/>
          </p:nvPr>
        </p:nvSpPr>
        <p:spPr bwMode="auto">
          <a:xfrm>
            <a:off x="422988" y="1604865"/>
            <a:ext cx="8345668" cy="1400288"/>
          </a:xfrm>
        </p:spPr>
        <p:txBody>
          <a:bodyPr>
            <a:noAutofit/>
          </a:bodyPr>
          <a:lstStyle/>
          <a:p>
            <a:pPr algn="l">
              <a:defRPr/>
            </a:pPr>
            <a:r>
              <a:rPr lang="ru-RU" sz="3200">
                <a:solidFill>
                  <a:schemeClr val="bg1"/>
                </a:solidFill>
              </a:rPr>
              <a:t>Разработка </a:t>
            </a:r>
            <a:r>
              <a:rPr lang="ru-RU" sz="3200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>
                <a:solidFill>
                  <a:schemeClr val="bg1"/>
                </a:solidFill>
              </a:rPr>
              <a:t>HDL </a:t>
            </a:r>
            <a:r>
              <a:rPr lang="ru-RU" sz="3200">
                <a:solidFill>
                  <a:schemeClr val="bg1"/>
                </a:solidFill>
              </a:rPr>
              <a:t>модели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502607029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915693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4148940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7848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91293015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4357029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05127466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17447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6893602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58647450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0667283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69110556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753073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65246718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27575086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92068979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054225186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8423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82075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/>
              <a:t>Работа является общим проектом по теме: разработка ядра упрощенного графического ускорителя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</a:t>
            </a:r>
            <a:endParaRPr/>
          </a:p>
        </p:txBody>
      </p:sp>
      <p:sp>
        <p:nvSpPr>
          <p:cNvPr id="55535415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47078223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96182111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09347674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174723964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2988149" y="1979705"/>
            <a:ext cx="8946183" cy="39220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868640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81491857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70794232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9495816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87125213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192846521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23275143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977684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47805732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13633170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989732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177920505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409452169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321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90448010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983175843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2082847302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9204466" y="1593351"/>
            <a:ext cx="282429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606452157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33975431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87439328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09469017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8265294" y="5237432"/>
            <a:ext cx="3763471" cy="1228079"/>
          </a:xfrm>
          <a:prstGeom prst="rect">
            <a:avLst/>
          </a:prstGeom>
        </p:spPr>
      </p:pic>
      <p:pic>
        <p:nvPicPr>
          <p:cNvPr id="89087981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1150155137" name=""/>
          <p:cNvCxnSpPr>
            <a:stCxn id="1983175843" idx="3"/>
            <a:endCxn id="109469017" idx="1"/>
          </p:cNvCxnSpPr>
          <p:nvPr/>
        </p:nvCxnSpPr>
        <p:spPr bwMode="auto">
          <a:xfrm rot="0" flipH="0" flipV="0">
            <a:off x="7837801" y="5628176"/>
            <a:ext cx="427492" cy="2232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3161365" name=""/>
          <p:cNvCxnSpPr>
            <a:stCxn id="1983175843" idx="3"/>
            <a:endCxn id="2082847302" idx="2"/>
          </p:cNvCxnSpPr>
          <p:nvPr/>
        </p:nvCxnSpPr>
        <p:spPr bwMode="auto">
          <a:xfrm rot="0" flipH="0"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0365914" name=""/>
          <p:cNvCxnSpPr>
            <a:stCxn id="89087981" idx="3"/>
            <a:endCxn id="2082847302" idx="1"/>
          </p:cNvCxnSpPr>
          <p:nvPr/>
        </p:nvCxnSpPr>
        <p:spPr bwMode="auto">
          <a:xfrm rot="0" flipH="0"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810659" name=""/>
          <p:cNvCxnSpPr>
            <a:stCxn id="89087981" idx="3"/>
            <a:endCxn id="109469017" idx="0"/>
          </p:cNvCxnSpPr>
          <p:nvPr/>
        </p:nvCxnSpPr>
        <p:spPr bwMode="auto">
          <a:xfrm rot="0" flipH="0" flipV="0">
            <a:off x="8651715" y="2920446"/>
            <a:ext cx="1495314" cy="231698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79516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40963057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957135082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07844844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54530214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98615085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95574" y="1406524"/>
            <a:ext cx="5915233" cy="53757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93584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190572166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402361355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71079030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1292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83748434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8977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78408628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97360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1703978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40477708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1321009105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5438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1979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182041561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483974506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97950954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16124017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82737143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83638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92878692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016060669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1039396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0937887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9443989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996911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87366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133748257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34222644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35625274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15923771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226353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821674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79456835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111971076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45069015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1499750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86001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59139811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960061280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2881855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9801909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9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669657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59002460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111822317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43478445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64058951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8986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37</cp:revision>
  <dcterms:created xsi:type="dcterms:W3CDTF">2026-06-01T16:03:18Z</dcterms:created>
  <dcterms:modified xsi:type="dcterms:W3CDTF">2026-06-05T06:01:27Z</dcterms:modified>
</cp:coreProperties>
</file>